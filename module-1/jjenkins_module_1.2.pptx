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932" y="1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October 27,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23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October 27,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62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62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4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Monday, October 27, 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15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1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64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7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9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6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Monday, October 27,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6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October 27,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640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7D93A-0B50-7733-A29F-4311C3BB8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55200"/>
            <a:ext cx="5432045" cy="1969200"/>
          </a:xfrm>
        </p:spPr>
        <p:txBody>
          <a:bodyPr anchor="b">
            <a:normAutofit/>
          </a:bodyPr>
          <a:lstStyle/>
          <a:p>
            <a:r>
              <a:rPr lang="en-US" dirty="0"/>
              <a:t>The Technology Value Stream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54324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257DE182-9613-EC31-5379-2C2CBD9B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98" r="24084" b="1"/>
          <a:stretch>
            <a:fillRect/>
          </a:stretch>
        </p:blipFill>
        <p:spPr>
          <a:xfrm>
            <a:off x="6311900" y="10"/>
            <a:ext cx="588010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16B46-A846-0D32-6F4A-50A359E0819C}"/>
              </a:ext>
            </a:extLst>
          </p:cNvPr>
          <p:cNvSpPr txBox="1"/>
          <p:nvPr/>
        </p:nvSpPr>
        <p:spPr>
          <a:xfrm>
            <a:off x="632860" y="2829599"/>
            <a:ext cx="3207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by Jelani Jenkins</a:t>
            </a:r>
          </a:p>
        </p:txBody>
      </p:sp>
    </p:spTree>
    <p:extLst>
      <p:ext uri="{BB962C8B-B14F-4D97-AF65-F5344CB8AC3E}">
        <p14:creationId xmlns:p14="http://schemas.microsoft.com/office/powerpoint/2010/main" val="219324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8939-AF2D-A68B-14C6-D15D93728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Technology Stream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B4D797-9C81-BA25-1C52-D538D28F16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219" y="2079695"/>
            <a:ext cx="893657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DevOps, the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value stream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sequence of work from a business hypothesis through technology teams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emphasizes flow of value (not just tasks) and aligns with Lean ideas of value streams.</a:t>
            </a:r>
          </a:p>
        </p:txBody>
      </p:sp>
    </p:spTree>
    <p:extLst>
      <p:ext uri="{BB962C8B-B14F-4D97-AF65-F5344CB8AC3E}">
        <p14:creationId xmlns:p14="http://schemas.microsoft.com/office/powerpoint/2010/main" val="241452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ycle Time vs. Lead Time: Differences You Need to Know">
            <a:extLst>
              <a:ext uri="{FF2B5EF4-FFF2-40B4-BE49-F238E27FC236}">
                <a16:creationId xmlns:a16="http://schemas.microsoft.com/office/drawing/2014/main" id="{B837DF53-5369-D13D-EC07-82E4A0186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519" y="1387106"/>
            <a:ext cx="6327808" cy="369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946F27-414A-9AB0-4487-482979FD931C}"/>
              </a:ext>
            </a:extLst>
          </p:cNvPr>
          <p:cNvSpPr txBox="1"/>
          <p:nvPr/>
        </p:nvSpPr>
        <p:spPr>
          <a:xfrm>
            <a:off x="411480" y="5141305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Lead Time (LT): the time elapsed from when work is requested/accepted until it is delivered. </a:t>
            </a:r>
          </a:p>
          <a:p>
            <a:endParaRPr lang="en-US" dirty="0"/>
          </a:p>
          <a:p>
            <a:r>
              <a:rPr lang="en-US" dirty="0"/>
              <a:t>Processing Time (PT): the actual “touch time” spent actively working on the item (excluding waiting, delays)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77F1AC-3CE3-B652-5C5D-9F7435DD8944}"/>
              </a:ext>
            </a:extLst>
          </p:cNvPr>
          <p:cNvSpPr txBox="1"/>
          <p:nvPr/>
        </p:nvSpPr>
        <p:spPr>
          <a:xfrm>
            <a:off x="411480" y="309888"/>
            <a:ext cx="75293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Defining Lead Time vs Processing Time</a:t>
            </a:r>
          </a:p>
        </p:txBody>
      </p:sp>
    </p:spTree>
    <p:extLst>
      <p:ext uri="{BB962C8B-B14F-4D97-AF65-F5344CB8AC3E}">
        <p14:creationId xmlns:p14="http://schemas.microsoft.com/office/powerpoint/2010/main" val="178727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47C2-0FB9-17E8-7C94-150F363F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Common Scenario: Deployment Lead Times of Months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3A57FF-31AE-5669-0F20-BDC0F67DB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1194" y="2129779"/>
            <a:ext cx="979322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Many technology value streams suffer from long delays: deployment lead times of months (or even more) are common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Causes include hand-offs, approvals, manual tests, environment setup, waiting for resources, large batch sizes.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The business pays a price: slower feedback, higher risk, slower value delivery.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2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852A-149A-AA48-3E24-AB7AD87C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917BB-C537-57A5-AD24-E5D1BF35F869}"/>
              </a:ext>
            </a:extLst>
          </p:cNvPr>
          <p:cNvSpPr txBox="1"/>
          <p:nvPr/>
        </p:nvSpPr>
        <p:spPr>
          <a:xfrm>
            <a:off x="536607" y="1859339"/>
            <a:ext cx="96950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technology value stream is the end-to-end flow from idea to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Lead time vs processing time: we care about the full delay (lead).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Many organizations today have long lead times (months); DevOps aims for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Mapping, measuring, reducing waste in the value stream is key to making that leap.</a:t>
            </a:r>
          </a:p>
        </p:txBody>
      </p:sp>
    </p:spTree>
    <p:extLst>
      <p:ext uri="{BB962C8B-B14F-4D97-AF65-F5344CB8AC3E}">
        <p14:creationId xmlns:p14="http://schemas.microsoft.com/office/powerpoint/2010/main" val="1847047342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ource Sans Pro Light"/>
        <a:ea typeface=""/>
        <a:cs typeface=""/>
      </a:majorFont>
      <a:minorFont>
        <a:latin typeface="Source Sans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228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 Light</vt:lpstr>
      <vt:lpstr>Source Sans Pro</vt:lpstr>
      <vt:lpstr>Source Sans Pro Light</vt:lpstr>
      <vt:lpstr>ThinLineVTI</vt:lpstr>
      <vt:lpstr>The Technology Value Stream</vt:lpstr>
      <vt:lpstr>What is The Technology Stream</vt:lpstr>
      <vt:lpstr>PowerPoint Presentation</vt:lpstr>
      <vt:lpstr>The Common Scenario: Deployment Lead Times of Months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jelani jenkins</dc:creator>
  <cp:lastModifiedBy>jelani jenkins</cp:lastModifiedBy>
  <cp:revision>2</cp:revision>
  <dcterms:created xsi:type="dcterms:W3CDTF">2025-10-28T00:51:31Z</dcterms:created>
  <dcterms:modified xsi:type="dcterms:W3CDTF">2025-10-28T01:01:22Z</dcterms:modified>
</cp:coreProperties>
</file>